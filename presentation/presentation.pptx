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1F2D5A"/>
                </a:solidFill>
              </a:rPr>
              <a:t>Автоматизация ML-пайплайна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0175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4C72B0"/>
                </a:solidFill>
              </a:rPr>
              <a:t>Knowledge tracing на датасете ASSISTments 2009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555555"/>
                </a:solidFill>
              </a:rPr>
              <a:t>Автор: Григорьева Е.С.</a:t>
            </a:r>
          </a:p>
          <a:p>
            <a:r>
              <a:rPr sz="1800">
                <a:solidFill>
                  <a:srgbClr val="555555"/>
                </a:solidFill>
              </a:rPr>
              <a:t>Май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D5A"/>
                </a:solidFill>
              </a:rPr>
              <a:t>Постановка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2D5A"/>
                </a:solidFill>
              </a:rPr>
              <a:t>Предметная область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Knowledge tracing — задача образовательной аналитики: по истории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взаимодействий студента (тройки «студент, навык, верно/неверно»),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упорядоченных по времени, оценить уровень владения каждым навыком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</a:rPr>
              <a:t>и предсказать результат следующего ответа (one-step-ahead).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2D5A"/>
                </a:solidFill>
              </a:rPr>
              <a:t>Формализация ML-задачи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1064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 Тип: бинарная классификация на временных рядах (correct ∈ {0, 1}).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 Вход: история до момента t — последовательность (skill_id, correct) или табличные причинные признаки.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 Выход: вероятность правильного ответа на шаге t + 1.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 Основная метрика: ROC-AUC (устойчива к несбалансированности классов).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 Дополнительно: Accuracy, F1, Precision, Recall, RMSE, log-loss.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 Сплит выборки выполняется по студентам, что исключает утечку между train, val и 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D5A"/>
                </a:solidFill>
              </a:rPr>
              <a:t>Данные и признаки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2D5A"/>
                </a:solidFill>
              </a:rPr>
              <a:t>Датасет ASSISTments 2009 (skill-builder)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852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3862 студентов · 215673 взаимодействий · 109 навыков.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Глобальная доля верных ответов: 0.6351.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Сплит по студентам 70/10/20: train 2704, val 386, test 772.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Закоммичен sample на 288 студентов для офлайн-тестов и CI.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2D5A"/>
                </a:solidFill>
              </a:rPr>
              <a:t>Восемь причинных признаков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5852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skill_idx, order_idx — кто и когда.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user_prior_attempts, user_prior_correct_rate — история студента.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skill_prior_attempts, skill_prior_correct_rate — история по навыку.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recent3_correct_rate — успешность за 3 последних шага.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skill_difficulty (вычислена только на train, чтобы избежать утечки).</a:t>
            </a:r>
          </a:p>
        </p:txBody>
      </p:sp>
      <p:pic>
        <p:nvPicPr>
          <p:cNvPr id="7" name="Picture 6" descr="dataset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71600"/>
            <a:ext cx="5212080" cy="20713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D5A"/>
                </a:solidFill>
              </a:rPr>
              <a:t>Архитектура решения и три уровня автоматизации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2D5A"/>
                </a:solidFill>
              </a:rPr>
              <a:t>Поток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</a:rPr>
              <a:t>Extract → Transform → Load → Data-quality gate → 4 модели → Оценка → Визуализация → MLflow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2D5A"/>
                </a:solidFill>
              </a:rPr>
              <a:t>Четыре модели разной природы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BKT — скрытая марковская модель (EM-обучение, один набор параметров на навык). Интерпретируемый baseline.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DKT — рекуррентная нейросеть (Embedding → LSTM → Linear). Моделирует длинные зависимости.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DKT + Optuna — TPE-поиск архитектуры (embed_dim, hidden_dim, dropout, lr, batch_size).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AutoML (FLAML) — выбор модели и гиперпараметров за фиксированный бюджет времени.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2D5A"/>
                </a:solidFill>
              </a:rPr>
              <a:t>Три уровня автоматизации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1. Выбор модели и гиперпараметров — FLAML на табличных признаках.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2. Поиск архитектуры нейросети — Optuna поверх DKT (25 trials).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3. Сквозная оркестрация — один запуск pipeline.py выполняет весь цикл.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D5A"/>
                </a:solidFill>
              </a:rPr>
              <a:t>Результаты на отложенной тестовой выборке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F2D5A"/>
                          </a:solidFill>
                        </a:rPr>
                        <a:t>Модель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F2D5A"/>
                          </a:solidFill>
                        </a:rPr>
                        <a:t>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F2D5A"/>
                          </a:solidFill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F2D5A"/>
                          </a:solidFill>
                        </a:rP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F2D5A"/>
                          </a:solidFill>
                        </a:rPr>
                        <a:t>RMSE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BKT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0.7200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0.7046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0.7888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0.4440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DKT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0.8015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0.7504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0.8175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0.4129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D5A"/>
                          </a:solidFill>
                        </a:rPr>
                        <a:t>DKT+Optuna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D5A"/>
                          </a:solidFill>
                        </a:rPr>
                        <a:t>0.8036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D5A"/>
                          </a:solidFill>
                        </a:rPr>
                        <a:t>0.7511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D5A"/>
                          </a:solidFill>
                        </a:rPr>
                        <a:t>0.8197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2D5A"/>
                          </a:solidFill>
                        </a:rPr>
                        <a:t>0.4116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AutoML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0.7914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0.7455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0.8173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0.4149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280160"/>
            <a:ext cx="5212080" cy="28461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D5A"/>
                </a:solidFill>
              </a:rPr>
              <a:t>Интерпретация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Лучший результат — DKT+Optuna (AUC 0.8036); соответствует уровню публикуемых бенчмарков для DKT на ASSISTments 2009.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AutoML выбрал xgboost; уступает DKT на 0.010 AUC при полностью автоматической настройке.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Optuna нашёл конфигурацию с сильной регуляризацией (dropout 0.49), что указывает на склонность DKT к переобучению на данном объёме данных.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D5A"/>
                </a:solidFill>
              </a:rPr>
              <a:t>Мониторинг и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D5A"/>
                </a:solidFill>
              </a:rPr>
              <a:t>Мониторинг качества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852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Data-quality gate: 5 проверок (схема, пропуски, бинарные метки, диапазоны, дубликаты).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Статус текущего прогона: passed = True.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Мониторинг дрейфа: PSI + KS-тест на 8 признаках.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Дрейфующих признаков: 0 (OK).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D5A"/>
                </a:solidFill>
              </a:rPr>
              <a:t>Мониторинг ресурсов (psutil)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5852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BKT: 14 с · 588 MB · 99% CPU.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DKT: 64 с · 626 MB · 99% CPU.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DKT + Optuna: 713 с · 298 MB · 100% CPU.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AutoML (FLAML): 618 с · 2389 MB · 396% CPU.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D5A"/>
                </a:solidFill>
              </a:rPr>
              <a:t>Воспроизводимость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Docker: образ python:3.11-slim, non-root user, CPU-сборка torch.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docker-compose: сервисы pipeline + MLflow UI на одном томе.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CI/CD GitHub Actions: lint (ruff) + pytest + docker build + smoke-прогон.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MLflow: трекинг параметров, метрик, артефактов и обученных моделей.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6576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D5A"/>
                </a:solidFill>
              </a:rPr>
              <a:t>Тестирование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114800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7 файлов на pytest, маркер slow для тяжёлых тестов.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Покрытие: ETL, Transform, метрики, BKT, мониторинг, smoke DKT/FLAML.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 Линтер ruff (правила E, F, I, W).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2D5A"/>
                </a:solidFill>
              </a:rPr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2D5A"/>
                </a:solidFill>
              </a:rPr>
              <a:t>Технические 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Реализован сквозной автоматизированный ML-пайплайн: ETL, четыре модели, оценка, мониторинг, упаковка.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Лучший результат — DKT+Optuna с AUC = 0.8036 на отложенной тестовой выборке.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Автоматизация на трёх уровнях: FLAML (модель + гиперпараметры), Optuna (архитектура DKT), pipeline.py (оркестрация).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Мониторинг качества данных, дрейфа (PSI + KS), ресурсов; всё логируется в MLflow.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Воспроизводимость обеспечена контейнером Docker и CI на GitHub Actions.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2D5A"/>
                </a:solidFill>
              </a:rPr>
              <a:t>Содержательные итоги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Рекуррентные модели (DKT) превосходят BKT на 0.08–0.09 AUC; разрыв соответствует литературе.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Автоматический подбор архитектуры (Optuna) даёт прирост +0.002 AUC и выбирает сильную регуляризацию.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AutoML на инженерных причинных признаках достигает AUC 0.7914 — на 0.010 ниже специализированной DKT.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</a:rPr>
              <a:t>•  Дрейфа между train и test не обнаружено; data-quality gate пройден.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